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Prezentacja projektu "DogFACS Dataset Generator" — styl zgodny z wersją zespołową.
Render:  npx @marp-team/marp-cli docs/prezentacja-projektu.md -o out.pdf --allow-local-files --html
         (PPTX: zmień rozszerzenie na .pptx)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DogFACS Dataset Generator</dc:title>
  <dc:subject>PptxGenJS Presentation</dc:subject>
  <dc:creator>Zespół Dogs-ai (WETI PG)</dc:creator>
  <cp:lastModifiedBy>Zespół Dogs-ai (WETI PG)</cp:lastModifiedBy>
  <cp:revision>1</cp:revision>
  <dcterms:created xsi:type="dcterms:W3CDTF">2026-06-10T10:20:58Z</dcterms:created>
  <dcterms:modified xsi:type="dcterms:W3CDTF">2026-06-10T10:20:58Z</dcterms:modified>
</cp:coreProperties>
</file>